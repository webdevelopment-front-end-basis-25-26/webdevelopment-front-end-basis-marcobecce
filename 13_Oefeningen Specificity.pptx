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3" r:id="rId2"/>
    <p:sldId id="264" r:id="rId3"/>
  </p:sldIdLst>
  <p:sldSz cx="12192000" cy="6858000"/>
  <p:notesSz cx="7099300" cy="10234613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0049"/>
    <a:srgbClr val="00275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A1153-8726-4650-95FE-912F65A45867}" v="1" dt="2025-09-16T19:05:50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6150" autoAdjust="0"/>
  </p:normalViewPr>
  <p:slideViewPr>
    <p:cSldViewPr snapToGrid="0">
      <p:cViewPr varScale="1">
        <p:scale>
          <a:sx n="63" d="100"/>
          <a:sy n="63" d="100"/>
        </p:scale>
        <p:origin x="1454" y="139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32" y="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314699" cy="51117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r>
              <a:rPr lang="nl-BE" dirty="0"/>
              <a:t>Web Development Front End Basis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r>
              <a:rPr lang="nl-BE" dirty="0"/>
              <a:t>13_Oefeningen </a:t>
            </a:r>
            <a:r>
              <a:rPr lang="nl-BE" dirty="0" err="1"/>
              <a:t>Specificity</a:t>
            </a:r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r>
              <a:rPr lang="nl-BE" dirty="0"/>
              <a:t>Mimi Willems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021138" y="9721851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4AD59784-3A33-4C14-AB6A-98C49BDD05E0}" type="slidenum">
              <a:rPr lang="nl-BE" smtClean="0"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48247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38" tIns="49520" rIns="99038" bIns="495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38" tIns="49520" rIns="99038" bIns="495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A280E159-829C-473B-AF2A-1BB74D5F5A4A}" type="datetimeFigureOut">
              <a:rPr lang="nl-BE"/>
              <a:pPr>
                <a:defRPr/>
              </a:pPr>
              <a:t>21/10/2025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20" rIns="99038" bIns="49520" rtlCol="0" anchor="ctr"/>
          <a:lstStyle/>
          <a:p>
            <a:pPr lvl="0"/>
            <a:endParaRPr lang="nl-BE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38" tIns="49520" rIns="99038" bIns="49520" rtlCol="0"/>
          <a:lstStyle/>
          <a:p>
            <a:pPr lvl="0"/>
            <a:r>
              <a:rPr lang="nl-NL" noProof="0"/>
              <a:t>Klik om de modelstijlen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nl-BE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6363" cy="513507"/>
          </a:xfrm>
          <a:prstGeom prst="rect">
            <a:avLst/>
          </a:prstGeom>
        </p:spPr>
        <p:txBody>
          <a:bodyPr vert="horz" lIns="99038" tIns="49520" rIns="99038" bIns="495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021294" y="9721108"/>
            <a:ext cx="3076363" cy="513507"/>
          </a:xfrm>
          <a:prstGeom prst="rect">
            <a:avLst/>
          </a:prstGeom>
        </p:spPr>
        <p:txBody>
          <a:bodyPr vert="horz" wrap="square" lIns="99038" tIns="49520" rIns="99038" bIns="495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fld id="{C421B717-8E3E-4BCD-9AC9-F7DCB7C911A8}" type="slidenum">
              <a:rPr lang="nl-BE" altLang="nl-NL"/>
              <a:pPr/>
              <a:t>‹nr.›</a:t>
            </a:fld>
            <a:endParaRPr lang="nl-BE" altLang="nl-NL"/>
          </a:p>
        </p:txBody>
      </p:sp>
    </p:spTree>
    <p:extLst>
      <p:ext uri="{BB962C8B-B14F-4D97-AF65-F5344CB8AC3E}">
        <p14:creationId xmlns:p14="http://schemas.microsoft.com/office/powerpoint/2010/main" val="285197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slide">
    <p:bg>
      <p:bgPr>
        <a:solidFill>
          <a:srgbClr val="E00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914525"/>
            <a:ext cx="4767263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29318" y="4170507"/>
            <a:ext cx="9117366" cy="1594556"/>
          </a:xfrm>
          <a:ln w="76200" cmpd="sng">
            <a:solidFill>
              <a:srgbClr val="002757"/>
            </a:solidFill>
          </a:ln>
        </p:spPr>
        <p:txBody>
          <a:bodyPr lIns="180000" tIns="180000" rIns="180000" bIns="180000">
            <a:noAutofit/>
          </a:bodyPr>
          <a:lstStyle>
            <a:lvl1pPr algn="l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87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Optie 1 - Beeld 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88" y="-914400"/>
            <a:ext cx="4500562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16056" y="4818952"/>
            <a:ext cx="9117366" cy="1594556"/>
          </a:xfrm>
          <a:ln w="76200" cmpd="sng">
            <a:solidFill>
              <a:schemeClr val="bg1"/>
            </a:solidFill>
          </a:ln>
        </p:spPr>
        <p:txBody>
          <a:bodyPr lIns="180000" tIns="180000" rIns="180000" bIns="180000">
            <a:noAutofit/>
          </a:bodyPr>
          <a:lstStyle>
            <a:lvl1pPr algn="l">
              <a:defRPr sz="4400" b="1">
                <a:solidFill>
                  <a:srgbClr val="002757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734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Optie 1 - Beeld 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815975" y="4819650"/>
            <a:ext cx="9117013" cy="1593850"/>
          </a:xfrm>
          <a:prstGeom prst="rect">
            <a:avLst/>
          </a:prstGeom>
          <a:ln w="76200" cmpd="sng">
            <a:solidFill>
              <a:schemeClr val="bg1"/>
            </a:solidFill>
          </a:ln>
        </p:spPr>
        <p:txBody>
          <a:bodyPr lIns="180000" tIns="180000" rIns="180000" bIns="18000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757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3" name="Afbeelding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88" y="-914400"/>
            <a:ext cx="4500562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04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Optie 2 - Rood">
    <p:bg>
      <p:bgPr>
        <a:solidFill>
          <a:srgbClr val="E00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0" y="590550"/>
            <a:ext cx="3389313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1075" y="-1616075"/>
            <a:ext cx="8099425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el 1"/>
          <p:cNvSpPr>
            <a:spLocks noGrp="1" noChangeAspect="1"/>
          </p:cNvSpPr>
          <p:nvPr>
            <p:ph type="ctrTitle"/>
          </p:nvPr>
        </p:nvSpPr>
        <p:spPr>
          <a:xfrm>
            <a:off x="7118133" y="2717065"/>
            <a:ext cx="4741332" cy="2129220"/>
          </a:xfrm>
        </p:spPr>
        <p:txBody>
          <a:bodyPr anchor="t">
            <a:noAutofit/>
          </a:bodyPr>
          <a:lstStyle>
            <a:lvl1pPr algn="r">
              <a:defRPr sz="4800">
                <a:solidFill>
                  <a:srgbClr val="002757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7" name="Ondertitel 2"/>
          <p:cNvSpPr>
            <a:spLocks noGrp="1" noChangeAspect="1"/>
          </p:cNvSpPr>
          <p:nvPr>
            <p:ph type="subTitle" idx="1"/>
          </p:nvPr>
        </p:nvSpPr>
        <p:spPr>
          <a:xfrm>
            <a:off x="7118133" y="4846283"/>
            <a:ext cx="4741332" cy="1637784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2143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 Optie 2 - W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1075" y="-1616075"/>
            <a:ext cx="8099425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/>
          <p:nvPr/>
        </p:nvSpPr>
        <p:spPr>
          <a:xfrm>
            <a:off x="0" y="4846638"/>
            <a:ext cx="12192000" cy="1646237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5183188"/>
            <a:ext cx="2760663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 noChangeAspect="1"/>
          </p:cNvSpPr>
          <p:nvPr>
            <p:ph type="ctrTitle"/>
          </p:nvPr>
        </p:nvSpPr>
        <p:spPr>
          <a:xfrm>
            <a:off x="7118133" y="2717065"/>
            <a:ext cx="4741332" cy="212922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rgbClr val="002757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Ondertitel 2"/>
          <p:cNvSpPr>
            <a:spLocks noGrp="1" noChangeAspect="1"/>
          </p:cNvSpPr>
          <p:nvPr>
            <p:ph type="subTitle" idx="1"/>
          </p:nvPr>
        </p:nvSpPr>
        <p:spPr>
          <a:xfrm>
            <a:off x="7118133" y="4846283"/>
            <a:ext cx="4741332" cy="1637784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9752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sslide met titel - Op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9888" y="-601663"/>
            <a:ext cx="2246313" cy="2247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6778" y="365125"/>
            <a:ext cx="9948332" cy="1281113"/>
          </a:xfrm>
        </p:spPr>
        <p:txBody>
          <a:bodyPr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76777" y="1825624"/>
            <a:ext cx="9948333" cy="4750153"/>
          </a:xfrm>
        </p:spPr>
        <p:txBody>
          <a:bodyPr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6400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sslide met titel - Op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65125"/>
            <a:ext cx="262731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6778" y="365125"/>
            <a:ext cx="9948332" cy="128111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76777" y="1825625"/>
            <a:ext cx="9948333" cy="4242154"/>
          </a:xfrm>
        </p:spPr>
        <p:txBody>
          <a:bodyPr/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8124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sslide met titel - Op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720850" cy="6858000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6146800"/>
            <a:ext cx="158908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6778" y="365125"/>
            <a:ext cx="9948332" cy="1281113"/>
          </a:xfrm>
        </p:spPr>
        <p:txBody>
          <a:bodyPr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76777" y="1825625"/>
            <a:ext cx="9948333" cy="4242154"/>
          </a:xfrm>
        </p:spPr>
        <p:txBody>
          <a:bodyPr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7772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slide_Z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720850" cy="6858000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6146800"/>
            <a:ext cx="158908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76777" y="268111"/>
            <a:ext cx="9948333" cy="5799668"/>
          </a:xfrm>
        </p:spPr>
        <p:txBody>
          <a:bodyPr wrap="none"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0668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slide met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720850" cy="6858000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6146800"/>
            <a:ext cx="158908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62667" y="268111"/>
            <a:ext cx="4247621" cy="5799668"/>
          </a:xfrm>
        </p:spPr>
        <p:txBody>
          <a:bodyPr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0"/>
          </p:nvPr>
        </p:nvSpPr>
        <p:spPr>
          <a:xfrm>
            <a:off x="6347179" y="265289"/>
            <a:ext cx="5421488" cy="5799668"/>
          </a:xfrm>
        </p:spPr>
        <p:txBody>
          <a:bodyPr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238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slide met 1 kolom +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720850" cy="6858000"/>
          </a:xfrm>
          <a:prstGeom prst="rect">
            <a:avLst/>
          </a:prstGeom>
          <a:solidFill>
            <a:srgbClr val="E00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6146800"/>
            <a:ext cx="158908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62667" y="268111"/>
            <a:ext cx="4247621" cy="5799668"/>
          </a:xfrm>
        </p:spPr>
        <p:txBody>
          <a:bodyPr>
            <a:noAutofit/>
          </a:bodyPr>
          <a:lstStyle>
            <a:lvl1pPr marL="352425" indent="-352425">
              <a:buClr>
                <a:srgbClr val="E00049"/>
              </a:buClr>
              <a:buFont typeface="Arial" panose="020B0604020202020204" pitchFamily="34" charset="0"/>
              <a:buChar char="•"/>
              <a:defRPr>
                <a:solidFill>
                  <a:srgbClr val="002757"/>
                </a:solidFill>
              </a:defRPr>
            </a:lvl1pPr>
            <a:lvl2pPr marL="800100" indent="-342900">
              <a:buClr>
                <a:srgbClr val="002757"/>
              </a:buClr>
              <a:buFont typeface="Wingdings" charset="2"/>
              <a:buChar char="§"/>
              <a:defRPr>
                <a:solidFill>
                  <a:srgbClr val="002757"/>
                </a:solidFill>
              </a:defRPr>
            </a:lvl2pPr>
            <a:lvl3pPr>
              <a:defRPr>
                <a:solidFill>
                  <a:srgbClr val="002757"/>
                </a:solidFill>
              </a:defRPr>
            </a:lvl3pPr>
            <a:lvl4pPr>
              <a:defRPr>
                <a:solidFill>
                  <a:srgbClr val="002757"/>
                </a:solidFill>
              </a:defRPr>
            </a:lvl4pPr>
            <a:lvl5pPr>
              <a:defRPr>
                <a:solidFill>
                  <a:srgbClr val="002757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378575" y="0"/>
            <a:ext cx="5813425" cy="6858000"/>
          </a:xfrm>
        </p:spPr>
        <p:txBody>
          <a:bodyPr rtlCol="0">
            <a:noAutofit/>
          </a:bodyPr>
          <a:lstStyle/>
          <a:p>
            <a:pPr lvl="0"/>
            <a:r>
              <a:rPr lang="nl-NL" noProof="0"/>
              <a:t>Klik op het pictogram als u een afbeelding wilt toevoegen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807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slide beeld + logo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6400" y="-441325"/>
            <a:ext cx="2160588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905000" y="0"/>
            <a:ext cx="10287000" cy="6858000"/>
          </a:xfrm>
        </p:spPr>
        <p:txBody>
          <a:bodyPr rtlCol="0">
            <a:noAutofit/>
          </a:bodyPr>
          <a:lstStyle/>
          <a:p>
            <a:pPr lvl="0"/>
            <a:r>
              <a:rPr lang="nl-NL" noProof="0"/>
              <a:t>Klik op het pictogram als u een afbeelding wilt toevoegen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80254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slide beeld + logo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720850" cy="6858000"/>
          </a:xfrm>
          <a:prstGeom prst="rect">
            <a:avLst/>
          </a:prstGeom>
          <a:solidFill>
            <a:srgbClr val="00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Afbeelding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4025" y="-487363"/>
            <a:ext cx="2159000" cy="215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905000" y="0"/>
            <a:ext cx="10287000" cy="6858000"/>
          </a:xfrm>
        </p:spPr>
        <p:txBody>
          <a:bodyPr rtlCol="0">
            <a:noAutofit/>
          </a:bodyPr>
          <a:lstStyle/>
          <a:p>
            <a:pPr lvl="0"/>
            <a:r>
              <a:rPr lang="nl-NL" noProof="0"/>
              <a:t>Klik op het pictogram als u een afbeelding wilt toevoegen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9664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s slide beeld + logo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6400" y="-441325"/>
            <a:ext cx="2160588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905000" y="0"/>
            <a:ext cx="10287000" cy="6858000"/>
          </a:xfrm>
        </p:spPr>
        <p:txBody>
          <a:bodyPr rtlCol="0">
            <a:noAutofit/>
          </a:bodyPr>
          <a:lstStyle/>
          <a:p>
            <a:pPr lvl="0"/>
            <a:r>
              <a:rPr lang="nl-NL" noProof="0"/>
              <a:t>Klik op het pictogram als u een afbeelding wilt toevoegen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5222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s slide beeld + logo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3333" y="-270457"/>
            <a:ext cx="1578377" cy="157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041" y="179699"/>
            <a:ext cx="10617211" cy="678064"/>
          </a:xfrm>
          <a:ln w="19050">
            <a:noFill/>
          </a:ln>
        </p:spPr>
        <p:txBody>
          <a:bodyPr/>
          <a:lstStyle>
            <a:lvl1pPr>
              <a:defRPr sz="3200" b="0" u="none"/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714007" y="1207892"/>
            <a:ext cx="11185720" cy="5080174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Ø"/>
              <a:defRPr sz="2800"/>
            </a:lvl2pPr>
            <a:lvl3pPr>
              <a:defRPr sz="24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cxnSp>
        <p:nvCxnSpPr>
          <p:cNvPr id="11" name="Rechte verbindingslijn 10"/>
          <p:cNvCxnSpPr/>
          <p:nvPr userDrawn="1"/>
        </p:nvCxnSpPr>
        <p:spPr>
          <a:xfrm>
            <a:off x="1295043" y="764088"/>
            <a:ext cx="10604684" cy="0"/>
          </a:xfrm>
          <a:prstGeom prst="line">
            <a:avLst/>
          </a:prstGeom>
          <a:ln w="38100">
            <a:solidFill>
              <a:srgbClr val="E000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jdelijke aanduiding voor voettekst 24"/>
          <p:cNvSpPr>
            <a:spLocks noGrp="1"/>
          </p:cNvSpPr>
          <p:nvPr>
            <p:ph type="ftr" sz="quarter" idx="12"/>
          </p:nvPr>
        </p:nvSpPr>
        <p:spPr>
          <a:xfrm>
            <a:off x="626301" y="6492875"/>
            <a:ext cx="7400099" cy="365125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r>
              <a:rPr lang="nl-BE"/>
              <a:t>PE_ELO_DIGALG_12 – Algemene informatie</a:t>
            </a:r>
            <a:endParaRPr lang="nl-NL" dirty="0"/>
          </a:p>
        </p:txBody>
      </p:sp>
      <p:sp>
        <p:nvSpPr>
          <p:cNvPr id="26" name="Tijdelijke aanduiding voor dianummer 25"/>
          <p:cNvSpPr>
            <a:spLocks noGrp="1"/>
          </p:cNvSpPr>
          <p:nvPr>
            <p:ph type="sldNum" sz="quarter" idx="13"/>
          </p:nvPr>
        </p:nvSpPr>
        <p:spPr>
          <a:xfrm>
            <a:off x="8737600" y="6492875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D1C332B-0DD9-43C3-B449-C170E58E0ED8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4077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datum 7"/>
          <p:cNvSpPr>
            <a:spLocks noGrp="1"/>
          </p:cNvSpPr>
          <p:nvPr>
            <p:ph type="dt" sz="half" idx="10"/>
          </p:nvPr>
        </p:nvSpPr>
        <p:spPr>
          <a:xfrm>
            <a:off x="609600" y="6453336"/>
            <a:ext cx="2844800" cy="2681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nl-NL"/>
              <a:t>2014-2015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1"/>
          </p:nvPr>
        </p:nvSpPr>
        <p:spPr>
          <a:xfrm>
            <a:off x="2639616" y="6453336"/>
            <a:ext cx="7200800" cy="2880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nl-NL"/>
              <a:t>PE_ICT_DATABA_11 - Databases - Inleiding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2"/>
          </p:nvPr>
        </p:nvSpPr>
        <p:spPr>
          <a:xfrm>
            <a:off x="8737600" y="6453336"/>
            <a:ext cx="2446867" cy="2681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1BDC749-4C88-41F8-AA20-B0CFEE71EBFD}" type="slidenum">
              <a:rPr lang="nl-NL" smtClean="0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4711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1_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382251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446867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DC749-4C88-41F8-AA20-B0CFEE71EBFD}" type="slidenum">
              <a:rPr lang="nl-NL" smtClean="0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28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STIJL TE BEWERKEN</a:t>
            </a:r>
            <a:endParaRPr lang="nl-BE" altLang="nl-NL"/>
          </a:p>
        </p:txBody>
      </p:sp>
      <p:sp>
        <p:nvSpPr>
          <p:cNvPr id="1027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modelstijlen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  <a:p>
            <a:pPr lvl="4"/>
            <a:r>
              <a:rPr lang="nl-NL" altLang="nl-NL"/>
              <a:t>Vijfde niveau</a:t>
            </a:r>
            <a:endParaRPr lang="nl-BE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rgbClr val="002757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002757"/>
          </a:solidFill>
          <a:latin typeface="Tahoma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CSS							</a:t>
            </a:r>
            <a:r>
              <a:rPr lang="nl-BE" dirty="0" err="1"/>
              <a:t>Cascading</a:t>
            </a:r>
            <a:r>
              <a:rPr lang="nl-BE" dirty="0"/>
              <a:t> - </a:t>
            </a:r>
            <a:r>
              <a:rPr lang="nl-BE" dirty="0" err="1"/>
              <a:t>Specificity</a:t>
            </a:r>
            <a:endParaRPr lang="nl-BE" dirty="0"/>
          </a:p>
        </p:txBody>
      </p:sp>
      <p:sp>
        <p:nvSpPr>
          <p:cNvPr id="28677" name="Rectangle 4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marL="798513" lvl="1" indent="-341313">
              <a:buNone/>
            </a:pP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Oefening </a:t>
            </a:r>
            <a:r>
              <a:rPr lang="nl-BE" sz="20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Specificity</a:t>
            </a: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nl-BE" sz="20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Cascading</a:t>
            </a: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nl-BE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798513" lvl="1" indent="-341313">
              <a:spcBef>
                <a:spcPct val="50000"/>
              </a:spcBef>
              <a:buFont typeface="Wingdings" pitchFamily="2" charset="2"/>
              <a:buChar char="Ø"/>
            </a:pPr>
            <a:r>
              <a:rPr lang="nl-BE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Wat is de </a:t>
            </a:r>
            <a:r>
              <a:rPr lang="nl-BE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specificity</a:t>
            </a:r>
            <a:r>
              <a:rPr lang="nl-BE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met volgende </a:t>
            </a:r>
            <a:r>
              <a:rPr lang="nl-BE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selectors</a:t>
            </a:r>
            <a:r>
              <a:rPr lang="nl-BE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?</a:t>
            </a:r>
          </a:p>
          <a:p>
            <a:pPr marL="798513" lvl="1" indent="-341313">
              <a:buNone/>
            </a:pPr>
            <a:endParaRPr lang="nl-BE" dirty="0"/>
          </a:p>
        </p:txBody>
      </p:sp>
      <p:sp>
        <p:nvSpPr>
          <p:cNvPr id="28674" name="Tijdelijke aanduiding voor dianummer 6"/>
          <p:cNvSpPr>
            <a:spLocks noGrp="1"/>
          </p:cNvSpPr>
          <p:nvPr>
            <p:ph type="sldNum" sz="quarter" idx="13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74D25FD-4A4D-4636-B4B4-F836174A7E04}" type="slidenum">
              <a:rPr lang="nl-NL" sz="1400"/>
              <a:pPr eaLnBrk="1" hangingPunct="1"/>
              <a:t>1</a:t>
            </a:fld>
            <a:endParaRPr lang="nl-NL" sz="1400"/>
          </a:p>
        </p:txBody>
      </p:sp>
      <p:graphicFrame>
        <p:nvGraphicFramePr>
          <p:cNvPr id="176301" name="Group 17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89150018"/>
              </p:ext>
            </p:extLst>
          </p:nvPr>
        </p:nvGraphicFramePr>
        <p:xfrm>
          <a:off x="2444750" y="2325666"/>
          <a:ext cx="7715250" cy="3962400"/>
        </p:xfrm>
        <a:graphic>
          <a:graphicData uri="http://schemas.openxmlformats.org/drawingml/2006/table">
            <a:tbl>
              <a:tblPr/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Volgorde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Selector</a:t>
                      </a:r>
                      <a:endParaRPr kumimoji="0" lang="nl-B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Specificity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99DE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Style=""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1, 0, 0, 0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div p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0, 0, 0, 2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p#content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0, 1, 0, 1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p.comment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0, 0, 1, 1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#content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0, 1, 0, 0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#container .</a:t>
                      </a: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comment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0, 1, 1, 0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p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0, 0, 0, 1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#</a:t>
                      </a: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wrapper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#content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0, 2, 0, 0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.</a:t>
                      </a: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dateposted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</a:t>
                      </a:r>
                      <a:r>
                        <a:rPr kumimoji="0" lang="nl-B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p.comment</a:t>
                      </a: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D12060"/>
                          </a:solidFill>
                          <a:effectLst/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{}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0, 0, 2, 1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718048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Web development CSS			</a:t>
            </a:r>
            <a:r>
              <a:rPr lang="nl-BE" dirty="0" err="1"/>
              <a:t>Cascading</a:t>
            </a:r>
            <a:r>
              <a:rPr lang="nl-BE" dirty="0"/>
              <a:t> - </a:t>
            </a:r>
            <a:r>
              <a:rPr lang="nl-BE" dirty="0" err="1"/>
              <a:t>Specificity</a:t>
            </a:r>
            <a:endParaRPr lang="nl-BE" dirty="0"/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marL="798513" lvl="1" indent="-341313">
              <a:buNone/>
            </a:pP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Oefening </a:t>
            </a:r>
            <a:r>
              <a:rPr lang="nl-BE" sz="20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Specificity</a:t>
            </a: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nl-BE" sz="20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Cascading</a:t>
            </a:r>
            <a:r>
              <a:rPr lang="nl-BE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nl-BE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798513" lvl="1" indent="-341313">
              <a:spcBef>
                <a:spcPct val="50000"/>
              </a:spcBef>
              <a:buFont typeface="Wingdings" pitchFamily="2" charset="2"/>
              <a:buChar char="Ø"/>
            </a:pPr>
            <a:r>
              <a:rPr lang="nl-BE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Plaats in volgorde van MINST naar MEEST specifiek? En noteer </a:t>
            </a:r>
            <a:r>
              <a:rPr lang="nl-BE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specificity</a:t>
            </a:r>
            <a:r>
              <a:rPr lang="nl-BE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p.message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green;}				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0,0,1,1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 2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#home #warning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p.message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yellow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;} 	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0,2,1,1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 5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#warning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p.message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white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;} 		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0,1,1,1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	 4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body#home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div#warning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p.message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blue;} 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0,2,1,3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 6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teal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;} 					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0,0,0,1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 1</a:t>
            </a: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body#home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div#warning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p.message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red;} 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0,2,1,3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nl-BE" sz="200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 7</a:t>
            </a:r>
            <a:endParaRPr lang="nl-BE" sz="2000" dirty="0">
              <a:solidFill>
                <a:srgbClr val="D12060"/>
              </a:solidFill>
              <a:latin typeface="Courier New" pitchFamily="49" charset="0"/>
              <a:cs typeface="Courier New" pitchFamily="49" charset="0"/>
            </a:endParaRPr>
          </a:p>
          <a:p>
            <a:pPr marL="798513" lvl="1" indent="-341313">
              <a:spcBef>
                <a:spcPct val="50000"/>
              </a:spcBef>
              <a:buNone/>
            </a:pP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#warning p {</a:t>
            </a:r>
            <a:r>
              <a:rPr lang="nl-BE" sz="2000" dirty="0" err="1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: black;} 				</a:t>
            </a:r>
            <a:r>
              <a:rPr lang="nl-BE" sz="2000" dirty="0">
                <a:solidFill>
                  <a:srgbClr val="D1206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0,1,0,1</a:t>
            </a:r>
            <a:r>
              <a:rPr lang="nl-BE" sz="2000" dirty="0">
                <a:solidFill>
                  <a:srgbClr val="D12060"/>
                </a:solidFill>
                <a:latin typeface="Courier New" pitchFamily="49" charset="0"/>
                <a:cs typeface="Courier New" pitchFamily="49" charset="0"/>
              </a:rPr>
              <a:t>	 3</a:t>
            </a:r>
          </a:p>
        </p:txBody>
      </p:sp>
      <p:sp>
        <p:nvSpPr>
          <p:cNvPr id="29698" name="Tijdelijke aanduiding voor dianummer 6"/>
          <p:cNvSpPr>
            <a:spLocks noGrp="1"/>
          </p:cNvSpPr>
          <p:nvPr>
            <p:ph type="sldNum" sz="quarter" idx="13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176C421-453F-47A8-9F49-3BC698A70545}" type="slidenum">
              <a:rPr lang="nl-NL" sz="1400"/>
              <a:pPr eaLnBrk="1" hangingPunct="1"/>
              <a:t>2</a:t>
            </a:fld>
            <a:endParaRPr lang="nl-NL" sz="1400"/>
          </a:p>
        </p:txBody>
      </p:sp>
    </p:spTree>
    <p:extLst>
      <p:ext uri="{BB962C8B-B14F-4D97-AF65-F5344CB8AC3E}">
        <p14:creationId xmlns:p14="http://schemas.microsoft.com/office/powerpoint/2010/main" val="3489550857"/>
      </p:ext>
    </p:extLst>
  </p:cSld>
  <p:clrMapOvr>
    <a:masterClrMapping/>
  </p:clrMapOvr>
</p:sld>
</file>

<file path=ppt/theme/theme1.xml><?xml version="1.0" encoding="utf-8"?>
<a:theme xmlns:a="http://schemas.openxmlformats.org/drawingml/2006/main" name="UCLL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H - 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27EE52E0-7768-41EC-88F6-6E5F2367000A}" vid="{0F2A869A-59E0-46BA-BF15-AA71EEF51896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UCLL</Template>
  <TotalTime>11484</TotalTime>
  <Words>287</Words>
  <Application>Microsoft Office PowerPoint</Application>
  <PresentationFormat>Breedbeeld</PresentationFormat>
  <Paragraphs>45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8" baseType="lpstr">
      <vt:lpstr>Arial</vt:lpstr>
      <vt:lpstr>Calibri</vt:lpstr>
      <vt:lpstr>Courier New</vt:lpstr>
      <vt:lpstr>Tahoma</vt:lpstr>
      <vt:lpstr>Wingdings</vt:lpstr>
      <vt:lpstr>UCLL</vt:lpstr>
      <vt:lpstr>CSS       Cascading - Specificity</vt:lpstr>
      <vt:lpstr>Web development CSS   Cascading - Specificity</vt:lpstr>
    </vt:vector>
  </TitlesOfParts>
  <Company>Khlim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Willems Mimi</dc:creator>
  <cp:lastModifiedBy>Marco Becce</cp:lastModifiedBy>
  <cp:revision>36</cp:revision>
  <cp:lastPrinted>2018-10-23T11:49:12Z</cp:lastPrinted>
  <dcterms:created xsi:type="dcterms:W3CDTF">2015-09-07T19:39:11Z</dcterms:created>
  <dcterms:modified xsi:type="dcterms:W3CDTF">2025-10-21T14:53:44Z</dcterms:modified>
</cp:coreProperties>
</file>